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Виртуальная CAN-плата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промежуточная презентация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68000" y="1440000"/>
            <a:ext cx="10800000" cy="13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4000" spc="-1" strike="noStrike">
                <a:solidFill>
                  <a:srgbClr val="ffffff"/>
                </a:solidFill>
                <a:latin typeface="DejaVu Sans"/>
              </a:rPr>
              <a:t>Температурный контроль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4000" spc="-1" strike="noStrike">
                <a:solidFill>
                  <a:srgbClr val="ffffff"/>
                </a:solidFill>
                <a:latin typeface="DejaVu Sans"/>
              </a:rPr>
              <a:t>без физической платы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468000" y="2952000"/>
            <a:ext cx="972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Модуль ядра Linux · уровень Medium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Персональный буфер событий каждого процесса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68000" y="4320000"/>
            <a:ext cx="1044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Андрей Юнин / выпускной проект OTUS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68000" y="5220000"/>
            <a:ext cx="10440000" cy="57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500" spc="-1" strike="noStrike">
                <a:solidFill>
                  <a:srgbClr val="f3c879"/>
                </a:solidFill>
                <a:latin typeface="DejaVu Sans"/>
              </a:rPr>
              <a:t>Сейчас: минимальный модуль собран, загружен и выгружен.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Задача и границы проекта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согласованный объём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68000" y="1368000"/>
            <a:ext cx="1080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Воспроизводить нормальную температуру, перегрев и охлаждение для проверки управляющего ПО.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68000" y="2376000"/>
            <a:ext cx="5328000" cy="27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ЗАДАЁМ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Температуру и два предела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Запуск и остановку передачи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Период CAN-статуса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156000" y="2376000"/>
            <a:ext cx="5544000" cy="27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НАБЛЮДАЕМ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CAN-статус и переходы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Локальные события процессов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Состояние через ioctl / proc / sys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68000" y="5472000"/>
            <a:ext cx="108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Одна плата · один интерфейс · только отправка CAN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Кто за что отвечает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проектная схема; CAN-часть ещё не реализована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68000" y="1296000"/>
            <a:ext cx="11160000" cy="5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Подготовка шины: драйвер vcan + команды ip link → vcan0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68000" y="2160000"/>
            <a:ext cx="2952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Терминал / boardctl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Команды платы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528000" y="2520000"/>
            <a:ext cx="432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68000" y="2160000"/>
            <a:ext cx="3600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virtual_board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Формирует CAN-кадры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812000" y="2520000"/>
            <a:ext cx="432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8352000" y="2160000"/>
            <a:ext cx="3348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SocketCAN / vcan0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candump: приём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68000" y="3780000"/>
            <a:ext cx="11160000" cy="93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can_iface хранит имя готового интерфейса.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Модуль создаст и привяжет собственный CAN-сокет.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8000" y="5040000"/>
            <a:ext cx="1116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cansend нужен для отдельной проверки шины.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После выгрузки virtual_board интерфейс vcan0 остаётся.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Персональные буферы — требование Medium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архитектура; реализация впереди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68000" y="1368000"/>
            <a:ext cx="1080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Одно событие платы → отдельная копия каждому читателю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468000" y="2700000"/>
            <a:ext cx="3240000" cy="108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virtual_board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Общее состояние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960000" y="2196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4500000" y="1908000"/>
            <a:ext cx="2880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FIFO процесса A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632000" y="2196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8172000" y="1908000"/>
            <a:ext cx="3528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read() процесса A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3960000" y="3672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500000" y="3384000"/>
            <a:ext cx="2880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FIFO процесса B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632000" y="3672000"/>
            <a:ext cx="36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8172000" y="3384000"/>
            <a:ext cx="3528000" cy="100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read() процесса B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68000" y="5040000"/>
            <a:ext cx="11160000" cy="93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Чтение A не удаляет события из очереди B.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До 8 процессов · 64 события на очередь · учёт потерь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Два состояния и два пути данных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согласованное поведение; реализация впереди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68000" y="1368000"/>
            <a:ext cx="5400000" cy="18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state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stopped / running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Управляет CAN-передачей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228000" y="1368000"/>
            <a:ext cx="5472000" cy="1800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temp_status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normal / undertemp / overheat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Отражает температуру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68000" y="3600000"/>
            <a:ext cx="11160000" cy="12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CAN: периодический статус и температурные переходы.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read(): локальные события из FIFO процесса.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Периодические CAN-статусы не заполняют FIFO.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468000" y="5328000"/>
            <a:ext cx="111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Перегрев не останавливает передачу; возврат в норму автоматический.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Механизмы из материалов курса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выбранная архитектура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68000" y="1368000"/>
            <a:ext cx="5400000" cy="3312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Лекции и ДЗ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ДЗ22: таймер и workqueue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ДЗ14: сокеты ядра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ДЗ11: kfifo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ДЗ10 / ДЗ18: списки и mutex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Лекции 31 / 33: интерфейсы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228000" y="1368000"/>
            <a:ext cx="5472000" cy="3312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Применение в проекте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hrtimer назначает работу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Worker отправляет CAN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FIFO хранит события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Блокировки защищают данные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read / write / ioctl / proc / sys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68000" y="5148000"/>
            <a:ext cx="1116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Механизмы адаптируем по мере реализации и проверяем на целевом ядре.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Что уже проверено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фактические результаты 17–18.09.2026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68000" y="1296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Linux Mint 22 · x86_64 · ядро 6.8.0-38-generic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68000" y="1908000"/>
            <a:ext cx="11160000" cy="792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Виртуальная шина: cansend → candump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vcan0 123 [4] 11 22 33 44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68000" y="3024000"/>
            <a:ext cx="11160000" cy="136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Устройство: /dev/virtual_board → номер 511:0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Номер совпал в /dev, sysfs и журнале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e5edf6"/>
                </a:solidFill>
                <a:latin typeface="DejaVu Sans Mono"/>
              </a:rPr>
              <a:t>После выгрузки: узел, класс и номер удалены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68000" y="4716000"/>
            <a:ext cx="11160000" cy="70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Параметры: допустимые значения приняты; неверное имя и 5 числовых несоответствий отклонены. CAN-отправки пока нет.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68000" y="5580000"/>
            <a:ext cx="11160000" cy="46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500" spc="-1" strike="noStrike">
                <a:solidFill>
                  <a:srgbClr val="f3c879"/>
                </a:solidFill>
                <a:latin typeface="DejaVu Sans"/>
              </a:rPr>
              <a:t>Требование ядра курса и включение .config пока не закрыты.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468000" y="216000"/>
            <a:ext cx="108000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58d6c5"/>
                </a:solidFill>
                <a:latin typeface="DejaVu Sans"/>
              </a:rPr>
              <a:t>VIRTUAL BOARD / OTUS · LINUX KERNEL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68000" y="558000"/>
            <a:ext cx="11160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000" spc="-1" strike="noStrike">
                <a:solidFill>
                  <a:srgbClr val="ffffff"/>
                </a:solidFill>
                <a:latin typeface="DejaVu Sans"/>
              </a:rPr>
              <a:t>Следующие этапы и демонстрация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68000" y="6444000"/>
            <a:ext cx="1044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Рабочая версия · 18.09.2026 · план; результаты добавим после испытаний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980000" y="6444000"/>
            <a:ext cx="7200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9eafc3"/>
                </a:solidFill>
                <a:latin typeface="DejaVu Sans"/>
              </a:rPr>
              <a:t>08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68000" y="1368000"/>
            <a:ext cx="5400000" cy="352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РЕАЛИЗОВАТЬ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Общий контекст состояния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Приём команды через write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Первую отправку CAN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Температурную логику и FIFO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ioctl, procfs и sysfs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228000" y="1368000"/>
            <a:ext cx="5472000" cy="3528000"/>
          </a:xfrm>
          <a:prstGeom prst="rect">
            <a:avLst/>
          </a:prstGeom>
          <a:solidFill>
            <a:srgbClr val="1e3047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ПОКАЗАТЬ НА ЗАЩИТЕ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Норма → перегрев → норма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Охлаждение ниже предела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Независимость двух читателей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Ошибочный ввод и переполнение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2100" spc="-1" strike="noStrike">
                <a:solidFill>
                  <a:srgbClr val="e5edf6"/>
                </a:solidFill>
                <a:latin typeface="DejaVu Sans"/>
              </a:rPr>
              <a:t>Остановку и освобождение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5256000"/>
            <a:ext cx="111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58d6c5"/>
                </a:solidFill>
                <a:latin typeface="DejaVu Sans"/>
              </a:rPr>
              <a:t>Готовность подтверждаем испытаниями каждого требования Medium.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