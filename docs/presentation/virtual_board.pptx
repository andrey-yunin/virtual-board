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Виртуальная CAN-плата температурного контроля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Linux Mint 22 · x86_64 · ядро 6.8.0-38-generic · уровень Medium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432000" y="1260000"/>
            <a:ext cx="10800000" cy="103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Воспроизводимый источник температуры и CAN-сообщений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для испытаний без физической платы.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"/>
          <p:cNvSpPr/>
          <p:nvPr/>
        </p:nvSpPr>
        <p:spPr>
          <a:xfrm>
            <a:off x="432000" y="2340000"/>
            <a:ext cx="3420000" cy="1944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576000" y="2448000"/>
            <a:ext cx="313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ЗАДАТЬ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76000" y="2790000"/>
            <a:ext cx="3132000" cy="14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Температуру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Пределы диапазона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Запуск / остановку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3960000" y="2970000"/>
            <a:ext cx="468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4428000" y="2340000"/>
            <a:ext cx="3348000" cy="1944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4572000" y="2448000"/>
            <a:ext cx="30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ОБРАБОТАТЬ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4572000" y="2790000"/>
            <a:ext cx="3060000" cy="14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Определить статус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Обнаружить переход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Создать CAN-кадр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7884000" y="2970000"/>
            <a:ext cx="468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8352000" y="2340000"/>
            <a:ext cx="3384000" cy="1944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8496000" y="2448000"/>
            <a:ext cx="309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НАБЛЮДАТЬ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8496000" y="2790000"/>
            <a:ext cx="3096000" cy="14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Статус в vcan0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Смену состояния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Кадры в candump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32000" y="4680000"/>
            <a:ext cx="1116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Пример: temp 850 → 85 °C &gt; 70 °C → overheat → CAN 0x124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32000" y="5436000"/>
            <a:ext cx="10800000" cy="83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Температура задаётся программно. Одна плата, один CAN-интерфейс.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Требование Medium: независимый буфер событий каждого процесса.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Архитектура: от команды до CAN-кадра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Реализованный путь: write → workqueue → состояние → SocketCAN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02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32000" y="1188000"/>
            <a:ext cx="111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ПРОСТРАНСТВО ПОЛЬЗОВАТЕЛЯ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432000" y="1584000"/>
            <a:ext cx="4932000" cy="1044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76000" y="1692000"/>
            <a:ext cx="4644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Терминал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576000" y="2034000"/>
            <a:ext cx="4644000" cy="5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printf → /dev/virtual_board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6840000" y="1584000"/>
            <a:ext cx="4896000" cy="1044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6984000" y="1692000"/>
            <a:ext cx="460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Наблюдатель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6984000" y="2034000"/>
            <a:ext cx="4608000" cy="5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candump ← vcan0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2556000" y="2556000"/>
            <a:ext cx="72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↓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8820000" y="2556000"/>
            <a:ext cx="72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↑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432000" y="3060000"/>
            <a:ext cx="11304000" cy="2520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612000" y="3168000"/>
            <a:ext cx="1080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ЯДРО LINUX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612000" y="3600000"/>
            <a:ext cx="3168000" cy="165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756000" y="3708000"/>
            <a:ext cx="288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chardev.c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56000" y="4050000"/>
            <a:ext cx="2880000" cy="117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Копирование и разбор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Команда → заявка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834000" y="4140000"/>
            <a:ext cx="432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320000" y="3600000"/>
            <a:ext cx="3132000" cy="165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464000" y="3708000"/>
            <a:ext cx="2844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worker.c + board.c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4464000" y="4050000"/>
            <a:ext cx="2844000" cy="115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Порядок выполнения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Состояние под mutex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7524000" y="4140000"/>
            <a:ext cx="432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7992000" y="3600000"/>
            <a:ext cx="3564000" cy="165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8136000" y="3708000"/>
            <a:ext cx="327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can.c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8136000" y="4050000"/>
            <a:ext cx="3276000" cy="115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CAN_RAW-сокет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kernel_sendmsg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32000" y="5814000"/>
            <a:ext cx="11160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vcan0 создаёт пользователь через ip link; модуль использует готовый интерфейс.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Интерфейсы: команды, события и снимок состояния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22.09: обычные ioctl и события двум читателям подтверждены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03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432000" y="1332000"/>
            <a:ext cx="5364000" cy="183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76000" y="1440000"/>
            <a:ext cx="507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УПРАВЛЕНИЕ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576000" y="1782000"/>
            <a:ext cx="5076000" cy="13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write: temp / limits / start / stop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ioctl: SET_LIMITS, SET_PERIOD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boardctl: утилита для ioctl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6120000" y="1332000"/>
            <a:ext cx="5616000" cy="183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264000" y="1440000"/>
            <a:ext cx="532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НАБЛЮДЕНИЕ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264000" y="1782000"/>
            <a:ext cx="5328000" cy="13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read: события из FIFO процесса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GET_STATUS: текущий снимок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sysfs / proc: только наблюдение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2000" y="3456000"/>
            <a:ext cx="1116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Событие — история; снимок — текущее состояние.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32000" y="4176000"/>
            <a:ext cx="11304000" cy="1692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12000" y="4320000"/>
            <a:ext cx="1080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ПРИМЕР: ТЕМПЕРАТУРА УСПЕЛА ВЕРНУТЬСЯ В НОРМУ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12000" y="4734000"/>
            <a:ext cx="10800000" cy="1237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В FIFO остаётся событие прежнего перегрева.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GET_STATUS должен вернуть уже normal.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CAN-статус передаёт актуальный снимок.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32000" y="6120000"/>
            <a:ext cx="1116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UAPI: фиксированные поля 32 бита; CAN: явно упакованные поля 16/8 бит.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Температура и передача — независимые состояния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Температуры: целые десятые доли °C · точные границы входят в норму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04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432000" y="1332000"/>
            <a:ext cx="11304000" cy="162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576000" y="1440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temp_status — положение относительно пределов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76000" y="1782000"/>
            <a:ext cx="11016000" cy="111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20000" y="1908000"/>
            <a:ext cx="324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T &lt; low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undertemp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20000" y="1908000"/>
            <a:ext cx="360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low ≤ T ≤ high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normal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640000" y="1908000"/>
            <a:ext cx="288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T &gt; high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overheat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32000" y="3240000"/>
            <a:ext cx="5364000" cy="1728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576000" y="3348000"/>
            <a:ext cx="507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state = stopped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576000" y="3690000"/>
            <a:ext cx="5076000" cy="122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Температура обновляется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CAN-кадры не отправляются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6120000" y="3240000"/>
            <a:ext cx="5616000" cy="1728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264000" y="3348000"/>
            <a:ext cx="532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state = running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264000" y="3690000"/>
            <a:ext cx="5328000" cy="122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0x123: статус по таймеру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0x124: смена temp_status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2000" y="5112000"/>
            <a:ext cx="11160000" cy="83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start / stop меняют режим передачи, а не температурный диагноз.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Возврат в диапазон автоматически даёт normal; ручного reset нет.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32000" y="6084000"/>
            <a:ext cx="111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stop не посылает финальный кадр: state во всех отправленных кадрах равен 1.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Команды и таймер сходятся в одной очереди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ordered workqueue сохраняет последовательность команд и периодических работ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432000" y="1332000"/>
            <a:ext cx="5328000" cy="1368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76000" y="1440000"/>
            <a:ext cx="504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write: контекст процесса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76000" y="1782000"/>
            <a:ext cx="5040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Копия команды → work + completion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Отправитель ждёт результат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6120000" y="1332000"/>
            <a:ext cx="5616000" cy="1368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6264000" y="1440000"/>
            <a:ext cx="532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hrtimer: короткий callback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264000" y="1782000"/>
            <a:ext cx="5328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queue_work(tx_work)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Перенос срока → HRTIMER_RESTART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772000" y="2736000"/>
            <a:ext cx="72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↓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8640000" y="2736000"/>
            <a:ext cx="72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↓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432000" y="3168000"/>
            <a:ext cx="11304000" cy="1404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48000" y="3294000"/>
            <a:ext cx="1080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ОДНА ПОСЛЕДОВАТЕЛЬНАЯ WORKQUEUE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648000" y="3690000"/>
            <a:ext cx="10800000" cy="83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Команда: изменить состояние → при переходе отправить 0x124 → complete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Периодическая работа: снимок → проверка running → отправить 0x123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432000" y="4860000"/>
            <a:ext cx="5328000" cy="1332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576000" y="4968000"/>
            <a:ext cx="504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Согласованный снимок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576000" y="5310000"/>
            <a:ext cx="5040000" cy="82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state_lock защищает копирование.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Отправка выполняется после unlock.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6120000" y="4860000"/>
            <a:ext cx="5616000" cy="1332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264000" y="4968000"/>
            <a:ext cx="532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Ограничение очереди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264000" y="5310000"/>
            <a:ext cx="5328000" cy="82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Ожидающая tx_work не добавляется повторно.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Пропущенные периоды не воспроизводятся.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Синхронизация: кто ждёт и какие данные защищены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Блокировки и ожидания не должны образовывать цикл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32000" y="1296000"/>
            <a:ext cx="11304000" cy="12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576000" y="1404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command_lock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576000" y="1746000"/>
            <a:ext cx="11016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Отправитель удерживает до результата команды.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Worker его не берёт: ожидание completion не блокирует исполнителя.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432000" y="2736000"/>
            <a:ext cx="11304000" cy="12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76000" y="2844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state_lock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576000" y="3186000"/>
            <a:ext cx="11016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Защищает изменение состояния и согласованное копирование снимка.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Перед отправкой через сокет блокировка снимается.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432000" y="4176000"/>
            <a:ext cx="11304000" cy="12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76000" y="4284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hrtimer callback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576000" y="4626000"/>
            <a:ext cx="11016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Не берёт mutex и не ждёт workqueue.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Поэтому stop может ждать callback, удерживая state_lock.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32000" y="5760000"/>
            <a:ext cx="11160000" cy="46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Отправитель освобождает заявку после получения результата.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CAN-протокол: восемь байтов состояния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Classical CAN · стандартный 11-битный ID · общий payload для 0x123 и 0x124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07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432000" y="1206000"/>
            <a:ext cx="540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0x123 — периодический статус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120000" y="1206000"/>
            <a:ext cx="56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0x124 — температурный переход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432000" y="1854000"/>
            <a:ext cx="2548800" cy="162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540000" y="1980000"/>
            <a:ext cx="2376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0–1 · температура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540000" y="2394000"/>
            <a:ext cx="2376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FA 00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540000" y="2916000"/>
            <a:ext cx="237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25 °C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3024000" y="1854000"/>
            <a:ext cx="2548800" cy="162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132000" y="1980000"/>
            <a:ext cx="2376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2–3 · нижний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3132000" y="2394000"/>
            <a:ext cx="2376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64 00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3132000" y="2916000"/>
            <a:ext cx="237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10 °C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5616000" y="1854000"/>
            <a:ext cx="2548800" cy="162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724000" y="1980000"/>
            <a:ext cx="2376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4–5 · верхний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724000" y="2394000"/>
            <a:ext cx="2376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BC 02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5724000" y="2916000"/>
            <a:ext cx="237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70 °C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8208000" y="1854000"/>
            <a:ext cx="1720800" cy="162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8316000" y="1980000"/>
            <a:ext cx="1548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6 · статус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8316000" y="2394000"/>
            <a:ext cx="1548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00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8316000" y="2916000"/>
            <a:ext cx="1548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normal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9972000" y="1854000"/>
            <a:ext cx="1720800" cy="162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0080000" y="1980000"/>
            <a:ext cx="1548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7 · режим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0080000" y="2394000"/>
            <a:ext cx="1548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01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10080000" y="2916000"/>
            <a:ext cx="1548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running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32000" y="3726000"/>
            <a:ext cx="11160000" cy="42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BC 02 → 0x02BC → 700 → 70 °C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432000" y="4176000"/>
            <a:ext cx="1116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Числа температуры: signed 16-bit, младший байт первым, шаг 0,1 °C.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432000" y="4806000"/>
            <a:ext cx="11304000" cy="1314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12000" y="4932000"/>
            <a:ext cx="1080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ПЕРЕГРЕВ: 85 °C ПРИ ВЕРХНЕМ ПРЕДЕЛЕ 70 °C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12000" y="5328000"/>
            <a:ext cx="10800000" cy="42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124 [8] 52 03 64 00 BC 02 02 01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12000" y="5760000"/>
            <a:ext cx="1080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0x0352 = 850; temp_status = 2; state = 1. Кадр получен в candump.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Персональные FIFO: чтение одного не мешает другому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22.09: два независимых cat получили по четыре одинаковых события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08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32000" y="1188000"/>
            <a:ext cx="1116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Согласованная схема: снимок события → отдельная копия каждому процессу.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432000" y="2196000"/>
            <a:ext cx="3240000" cy="165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576000" y="2304000"/>
            <a:ext cx="295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Событие платы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76000" y="2646000"/>
            <a:ext cx="2952000" cy="1237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Тип события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Снимок состояния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Код ошибки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3816000" y="2196000"/>
            <a:ext cx="72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3816000" y="3456000"/>
            <a:ext cx="72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4680000" y="1728000"/>
            <a:ext cx="3420000" cy="1368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824000" y="1836000"/>
            <a:ext cx="313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FIFO процесса A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24000" y="2178000"/>
            <a:ext cx="3132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64 события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Собственный счётчик потерь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4680000" y="3636000"/>
            <a:ext cx="3420000" cy="1368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824000" y="3744000"/>
            <a:ext cx="313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FIFO процесса B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4824000" y="4086000"/>
            <a:ext cx="3132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64 события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Собственный счётчик потерь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8280000" y="2196000"/>
            <a:ext cx="468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8280000" y="4068000"/>
            <a:ext cx="468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9000000" y="2196000"/>
            <a:ext cx="2520000" cy="42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read(A)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9000000" y="4068000"/>
            <a:ext cx="2520000" cy="42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read(B)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432000" y="5400000"/>
            <a:ext cx="11160000" cy="83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Полный FIFO теряет новое событие только своего клиента.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Периодические CAN-статусы не занимают место в очередях событий.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432000" y="6120000"/>
            <a:ext cx="111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До 8 процессов; наследование и предел подключений ещё не испытаны.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Контракт read: ожидание и сохранение остатка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Обычный read проверен; короткое чтение, сигналы и ошибки ещё не испытаны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09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432000" y="1332000"/>
            <a:ext cx="5364000" cy="183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576000" y="1440000"/>
            <a:ext cx="507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В FIFO ЕСТЬ СОБЫТИЕ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76000" y="1782000"/>
            <a:ext cx="5076000" cy="13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Извлечь запись → сформировать строку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Скопировать доступную часть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Сохранить остаток до следующего read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6120000" y="1332000"/>
            <a:ext cx="5616000" cy="183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264000" y="1440000"/>
            <a:ext cx="532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FIFO ПУСТ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264000" y="1782000"/>
            <a:ext cx="5328000" cy="13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Обычный read: ждать событие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O_NONBLOCK: вернуть EAGAIN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Сигнал: прервать ожидание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32000" y="3492000"/>
            <a:ext cx="1116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Короткий буфер не должен обрезать или потерять событие.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432000" y="4176000"/>
            <a:ext cx="11304000" cy="1368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612000" y="4320000"/>
            <a:ext cx="1080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ОДНА СТРОКА — НЕСКОЛЬКО ЧТЕНИЙ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612000" y="4734000"/>
            <a:ext cx="10800000" cy="670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read №1 → начало строки; read №2 → остаток строки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Следующее событие выдаётся после завершения предыдущей строки.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432000" y="5760000"/>
            <a:ext cx="11160000" cy="670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Нулевой read возвращает 0; недоставленный остаток сохраняется при ошибке.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Ожидание читателя не занимает рабочий поток отправки CAN.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Ошибка init: освобождаем только полученное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Пути отката реализованы; поздние отказы ещё не воспроизведены испытаниями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10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2000" y="1260000"/>
            <a:ext cx="1116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Параметры → состояние → CAN → workqueue/таймер → cdev/class/device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432000" y="1908000"/>
            <a:ext cx="468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ГДЕ ПРОИЗОШЛА ОШИБКА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688000" y="1908000"/>
            <a:ext cx="604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ЧТО ОСВОБОЖДАЕМ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432000" y="2376000"/>
            <a:ext cx="11304000" cy="57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576000" y="2466000"/>
            <a:ext cx="4860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Проверка параметров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688000" y="2466000"/>
            <a:ext cx="5868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Ничего: ресурсы ещё не выделены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432000" y="3060000"/>
            <a:ext cx="11304000" cy="57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6000" y="3150000"/>
            <a:ext cx="4860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Настройка / bind CAN-сокета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688000" y="3150000"/>
            <a:ext cx="5868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Созданный сокет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432000" y="3744000"/>
            <a:ext cx="11304000" cy="57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76000" y="3834000"/>
            <a:ext cx="4860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Создание workqueue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5688000" y="3834000"/>
            <a:ext cx="5868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Ранее созданный CAN-сокет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432000" y="4428000"/>
            <a:ext cx="11304000" cy="57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576000" y="4518000"/>
            <a:ext cx="4860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Регистрация устройства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5688000" y="4518000"/>
            <a:ext cx="5868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Частичные регистрации → очередь → сокет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432000" y="5472000"/>
            <a:ext cx="11160000" cy="83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Частичная регистрация откатывается внутри vb_chardev_init.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main.c завершает общие ресурсы по меткам err_worker / err_can.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Завершение: сначала остановить пользователей ресурса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Штатная выгрузка: открытые файловые операции удерживают модуль через owner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11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32000" y="1206000"/>
            <a:ext cx="111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ЗАВИСИМОСТИ РЕСУРСОВ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32000" y="1584000"/>
            <a:ext cx="11160000" cy="5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Callback использует очередь; работа использует сокет.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32000" y="2340000"/>
            <a:ext cx="111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ВЫГРУЗКА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432000" y="2772000"/>
            <a:ext cx="2628000" cy="1692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576000" y="2880000"/>
            <a:ext cx="234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Убрать /dev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576000" y="3222000"/>
            <a:ext cx="2340000" cy="11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Удалить регистрацию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устройства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3312000" y="2772000"/>
            <a:ext cx="2628000" cy="1692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3456000" y="2880000"/>
            <a:ext cx="234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Отменить таймер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456000" y="3222000"/>
            <a:ext cx="2340000" cy="11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hrtimer_cancel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ждёт callback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6192000" y="2772000"/>
            <a:ext cx="2628000" cy="1692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6336000" y="2880000"/>
            <a:ext cx="234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Завершить работы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6336000" y="3222000"/>
            <a:ext cx="2340000" cy="11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destroy_workqueue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ждёт работы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9072000" y="2772000"/>
            <a:ext cx="2664000" cy="1692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9216000" y="2880000"/>
            <a:ext cx="237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Закрыть сокет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9216000" y="3222000"/>
            <a:ext cx="2376000" cy="11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sock_release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после отправителей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3078000" y="3348000"/>
            <a:ext cx="252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→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5958000" y="3348000"/>
            <a:ext cx="252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→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8838000" y="3348000"/>
            <a:ext cx="252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→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432000" y="4752000"/>
            <a:ext cx="11160000" cy="83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Если освободить очередь раньше таймера, callback может обратиться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 освобождённому объекту. Поэтому порядок определяется зависимостями.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32000" y="5580000"/>
            <a:ext cx="1116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Ошибка init: откат только успешно полученных ресурсов, в обратном порядке.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432000" y="6120000"/>
            <a:ext cx="111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Поздние отказы выделения ресурсов ещё не воспроизведены испытаниями.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наблюдаем поведение платы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Источник: реальные выводы candump и журнала ядра, REPORT §5.13–5.16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12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432000" y="1332000"/>
            <a:ext cx="11304000" cy="1584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576000" y="1440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ПЕРИОД 1000 мс: start → кадры, stop → пауза, start → кадры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76000" y="1782000"/>
            <a:ext cx="11016000" cy="10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648000" y="1800000"/>
            <a:ext cx="1080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2910.447614 → 2911.447622 Δt = 1,000008 с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2945.447622 → 2967.511155 пауза между кадрами 22,063533 с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648000" y="2592000"/>
            <a:ext cx="1080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Для читаемости показаны последние цифры временных меток. После паузы снова ≈ 1 с.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432000" y="3204000"/>
            <a:ext cx="5436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576000" y="3312000"/>
            <a:ext cx="514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ТЕМПЕРАТУРНЫЕ УВЕДОМЛЕНИЯ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76000" y="3654000"/>
            <a:ext cx="5148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temp 850 → 0x124, overheat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temp 900 → без нового 0x124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temp 250 → 0x124, normal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stop + temp 850 → без CAN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6156000" y="3204000"/>
            <a:ext cx="5580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6300000" y="3312000"/>
            <a:ext cx="529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ПРОВЕРКИ КОНТРАКТА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6300000" y="3654000"/>
            <a:ext cx="5292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Обе границы входят в normal.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Неверные temp/limits отклонены.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После stop кадры прекращаются.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Выгрузка завершается успешно.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432000" y="5634000"/>
            <a:ext cx="11160000" cy="708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vcan подтверждает логику и байты, но не физические свойства CAN-шины.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Новая проверка FIFO/ioctl показана отдельно; proc/sys-атрибуты ещё не готовы.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Два читателя и единое состояние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Источник: выводы пользователя 22.09.2026; подробности — REPORT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13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"/>
          <p:cNvSpPr/>
          <p:nvPr/>
        </p:nvSpPr>
        <p:spPr>
          <a:xfrm>
            <a:off x="432000" y="1332000"/>
            <a:ext cx="11304000" cy="1584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576000" y="1440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ТЕКУЩИЕ ЗНАЧЕНИЯ: write / ioctl → одно состояние → sysfs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76000" y="1782000"/>
            <a:ext cx="11016000" cy="10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648000" y="1800000"/>
            <a:ext cx="1080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temp 850 → GET_STATUS: 850 / overheat; sysfs: 850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limits 100 900; period 1000 → normal / stopped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648000" y="2592000"/>
            <a:ext cx="1080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sysfs high_decic = 900, period_ms = 1000 — совпадают с GET_STATUS.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432000" y="3204000"/>
            <a:ext cx="5436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576000" y="3312000"/>
            <a:ext cx="514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ЧИТАТЕЛЬ А — СВОЙ FIFO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576000" y="3654000"/>
            <a:ext cx="5148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started: 850 / normal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temp_transition: 950 / overheat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temp_transition: 850 / normal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stopped: 850 / normal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6156000" y="3204000"/>
            <a:ext cx="5580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6300000" y="3312000"/>
            <a:ext cx="529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ЧИТАТЕЛЬ Б — СВОЙ FIFO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300000" y="3654000"/>
            <a:ext cx="5292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started: 850 / normal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temp_transition: 950 / overheat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temp_transition: 850 / normal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stopped: 850 / normal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432000" y="5634000"/>
            <a:ext cx="11160000" cy="708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Чтение одним процессом не забрало события у второго.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Короткое чтение, переполнение и ошибочные ioctl ещё не проверены.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